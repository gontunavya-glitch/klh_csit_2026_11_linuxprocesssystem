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Memory Based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Exchange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[Guide Name]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[Batch No.]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- [Roll No.]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- [Roll No.]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[Department]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94960" y="91440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13343D"/>
          </a:solidFill>
          <a:ln w="12700">
            <a:solidFill>
              <a:srgbClr val="1334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1078992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9008" y="1078992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0176" y="1078992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77840" y="14630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./shm_exchange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[shm]   segment created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[fork]  4 producers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[fork]  3 consumers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[send]  20000 messages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[check] lost = 0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[check] duplicated = 0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PASS</a:t>
            </a:r>
            <a:endParaRPr lang="en-US" sz="1100" dirty="0"/>
          </a:p>
        </p:txBody>
      </p:sp>
      <p:pic>
        <p:nvPicPr>
          <p:cNvPr id="10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343400"/>
            <a:ext cx="1097280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400" dirty="0"/>
          </a:p>
        </p:txBody>
      </p:sp>
      <p:pic>
        <p:nvPicPr>
          <p:cNvPr id="3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82880"/>
            <a:ext cx="86868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Based Data Exchange System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" y="1170432"/>
            <a:ext cx="384048" cy="384048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8" name="Image 1" descr="FaMem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64" y="12626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1338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region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21792" y="1664208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one memory segment into several independent processes.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46120" y="10058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10712" y="1170432"/>
            <a:ext cx="384048" cy="384048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13" name="Image 2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884" y="1262604"/>
            <a:ext cx="199705" cy="199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86200" y="11338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processes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410712" y="1664208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producers and consumers exchange messages at the same time.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035040" y="10058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199632" y="1170432"/>
            <a:ext cx="384048" cy="384048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18" name="Image 3" descr="Fa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804" y="1262604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75120" y="11338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access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6199632" y="1664208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mutex and semaphores stop processes from corrupting shared data.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28803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21792" y="3044952"/>
            <a:ext cx="384048" cy="384048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23" name="Image 4" descr="FaClipboard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64" y="3137124"/>
            <a:ext cx="199705" cy="199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97280" y="30083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delivery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621792" y="3538728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Checksums and a receive table prove every message arrives exactly once.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246120" y="28803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3410712" y="3044952"/>
            <a:ext cx="384048" cy="384048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28" name="Image 5" descr="FaBo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884" y="3137124"/>
            <a:ext cx="199705" cy="19970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3886200" y="30083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communication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3410712" y="3538728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read and written directly, with no copy through the kernel.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035040" y="28803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199632" y="3044952"/>
            <a:ext cx="384048" cy="384048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33" name="Image 6" descr="FaCog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804" y="3137124"/>
            <a:ext cx="199705" cy="1997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675120" y="30083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concepts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6199632" y="3538728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IPC, synchronization and process management in Operating Systems.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400" dirty="0"/>
          </a:p>
        </p:txBody>
      </p:sp>
      <p:pic>
        <p:nvPicPr>
          <p:cNvPr id="3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82880"/>
            <a:ext cx="86868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Based Data Exchange System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7" name="Image 1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155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960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processes cannot access each other's memory, so they need a way to share data.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57200" y="1901952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0" name="Image 2" descr="FaSync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1168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18562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processes writing at once can overwrite data and cause race conditions.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7200" y="2798064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3" name="Image 3" descr="FaHourglassHal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07792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27523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slow processes can overflow or starve a shared buffer.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57200" y="3694176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6" name="Image 4" descr="FaBu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803904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648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can be lost, duplicated or corrupted without proper checks.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4846320" y="100584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074920" y="1234440"/>
            <a:ext cx="502920" cy="50292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20" name="Image 5" descr="FaShield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5621" y="1355141"/>
            <a:ext cx="261518" cy="26151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0749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22" name="Text 14"/>
          <p:cNvSpPr txBox="1"/>
          <p:nvPr/>
        </p:nvSpPr>
        <p:spPr>
          <a:xfrm>
            <a:off x="5074920" y="22860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Linux application where multiple producer and consumer processes exchange data through POSIX shared memory, using a mutex and semaphores to keep the data consistent, and verify that every message is delivered exactly once.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400" dirty="0"/>
          </a:p>
        </p:txBody>
      </p:sp>
      <p:pic>
        <p:nvPicPr>
          <p:cNvPr id="3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82880"/>
            <a:ext cx="86868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Based Data Exchange System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A3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sets out to do, and how it is verified.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08960" y="1005840"/>
            <a:ext cx="5577840" cy="493776"/>
          </a:xfrm>
          <a:prstGeom prst="roundRect">
            <a:avLst>
              <a:gd name="adj" fmla="val 111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18688" y="1097280"/>
            <a:ext cx="310896" cy="310896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18688" y="1097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1005840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shared memory segment accessible to many processes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108960" y="1591056"/>
            <a:ext cx="5577840" cy="493776"/>
          </a:xfrm>
          <a:prstGeom prst="roundRect">
            <a:avLst>
              <a:gd name="adj" fmla="val 111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18688" y="1682496"/>
            <a:ext cx="310896" cy="310896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18688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0" y="1591056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producers and consumers running together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108960" y="2176272"/>
            <a:ext cx="5577840" cy="493776"/>
          </a:xfrm>
          <a:prstGeom prst="roundRect">
            <a:avLst>
              <a:gd name="adj" fmla="val 111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18688" y="2267712"/>
            <a:ext cx="310896" cy="310896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18688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0" y="2176272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race conditions with a mutex and semaphores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108960" y="2761488"/>
            <a:ext cx="5577840" cy="493776"/>
          </a:xfrm>
          <a:prstGeom prst="roundRect">
            <a:avLst>
              <a:gd name="adj" fmla="val 111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18688" y="2852928"/>
            <a:ext cx="310896" cy="310896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18688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2761488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full and empty buffer states without data loss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3108960" y="3346704"/>
            <a:ext cx="5577840" cy="493776"/>
          </a:xfrm>
          <a:prstGeom prst="roundRect">
            <a:avLst>
              <a:gd name="adj" fmla="val 111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18688" y="3438144"/>
            <a:ext cx="310896" cy="310896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218688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0" y="3346704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corrupted messages using checksums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108960" y="3931920"/>
            <a:ext cx="5577840" cy="493776"/>
          </a:xfrm>
          <a:prstGeom prst="roundRect">
            <a:avLst>
              <a:gd name="adj" fmla="val 111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18688" y="4023360"/>
            <a:ext cx="310896" cy="310896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218688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657600" y="3931920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exactly-once delivery and clean up the segment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vs Proposed System</a:t>
            </a:r>
            <a:endParaRPr lang="en-US" sz="2400" dirty="0"/>
          </a:p>
        </p:txBody>
      </p:sp>
      <p:pic>
        <p:nvPicPr>
          <p:cNvPr id="3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82880"/>
            <a:ext cx="86868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Based Data Exchange System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5B7580"/>
          </a:solidFill>
          <a:ln w="12700">
            <a:solidFill>
              <a:srgbClr val="5B758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0" y="96012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508760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150876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copied through pipes or sockets</a:t>
            </a:r>
            <a:endParaRPr lang="en-US" sz="1200" dirty="0"/>
          </a:p>
        </p:txBody>
      </p:sp>
      <p:pic>
        <p:nvPicPr>
          <p:cNvPr id="12" name="Image 1" descr="leads 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27632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29200" y="1508760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166360" y="150876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shared memory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103120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" y="21031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kernel involved in every transfer</a:t>
            </a:r>
            <a:endParaRPr lang="en-US" sz="1200" dirty="0"/>
          </a:p>
        </p:txBody>
      </p:sp>
      <p:pic>
        <p:nvPicPr>
          <p:cNvPr id="17" name="Image 2" descr="leads 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221992"/>
            <a:ext cx="237744" cy="23774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029200" y="2103120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166360" y="21031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no kernel copy per message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2697480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94360" y="269748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Unsynchronized access causes races</a:t>
            </a:r>
            <a:endParaRPr lang="en-US" sz="1200" dirty="0"/>
          </a:p>
        </p:txBody>
      </p:sp>
      <p:pic>
        <p:nvPicPr>
          <p:cNvPr id="22" name="Image 3" descr="leads 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816352"/>
            <a:ext cx="237744" cy="2377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029200" y="2697480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166360" y="269748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and semaphores control access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" y="3291840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94360" y="32918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 for lost or duplicate data</a:t>
            </a:r>
            <a:endParaRPr lang="en-US" sz="1200" dirty="0"/>
          </a:p>
        </p:txBody>
      </p:sp>
      <p:pic>
        <p:nvPicPr>
          <p:cNvPr id="27" name="Image 4" descr="leads 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410712"/>
            <a:ext cx="237744" cy="237744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029200" y="3291840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166360" y="32918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table proves exactly-once delivery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57200" y="3886200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594360" y="38862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goes unnoticed</a:t>
            </a:r>
            <a:endParaRPr lang="en-US" sz="1200" dirty="0"/>
          </a:p>
        </p:txBody>
      </p:sp>
      <p:pic>
        <p:nvPicPr>
          <p:cNvPr id="32" name="Image 5" descr="leads t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005072"/>
            <a:ext cx="237744" cy="237744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5029200" y="3886200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5166360" y="38862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on every message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400" dirty="0"/>
          </a:p>
        </p:txBody>
      </p:sp>
      <p:pic>
        <p:nvPicPr>
          <p:cNvPr id="3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82880"/>
            <a:ext cx="86868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Based Data Exchange System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" y="1261872"/>
            <a:ext cx="384048" cy="384048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8" name="Image 1" descr="Fa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64" y="135404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2252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Language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21792" y="1755648"/>
            <a:ext cx="163677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processes, shared memory access and synchronization.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560320" y="109728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24912" y="1261872"/>
            <a:ext cx="384048" cy="384048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13" name="Image 2" descr="FaLinu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084" y="1354044"/>
            <a:ext cx="199705" cy="199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200400" y="12252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Linux / WSL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2724912" y="1755648"/>
            <a:ext cx="163677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POSIX environment for building and running the project.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109728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28032" y="1261872"/>
            <a:ext cx="384048" cy="384048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18" name="Image 3" descr="FaMicrochi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204" y="1354044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03520" y="12252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Shared Memory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4828032" y="1755648"/>
            <a:ext cx="163677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shm_open, mmap, semaphores and pthread mutex for IPC.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766560" y="109728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931152" y="1261872"/>
            <a:ext cx="384048" cy="384048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23" name="Image 4" descr="FaTermin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324" y="1354044"/>
            <a:ext cx="199705" cy="199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06640" y="12252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GCC, Make, VS Code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6931152" y="1755648"/>
            <a:ext cx="163677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build and edit the project; run tests from the terminal.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used: Git and GitHub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3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82880"/>
            <a:ext cx="86868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Based Data Exchange System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70432" y="1170432"/>
            <a:ext cx="402336" cy="402336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8" name="Image 1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993" y="1266993"/>
            <a:ext cx="209215" cy="20921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Process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201168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segment, forks workers, verifies</a:t>
            </a:r>
            <a:endParaRPr lang="en-US" sz="1050" dirty="0"/>
          </a:p>
        </p:txBody>
      </p:sp>
      <p:pic>
        <p:nvPicPr>
          <p:cNvPr id="11" name="Image 2" descr="fl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432" y="1783080"/>
            <a:ext cx="219456" cy="21945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560320" y="105156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273552" y="1170432"/>
            <a:ext cx="402336" cy="402336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14" name="Image 3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0113" y="1266993"/>
            <a:ext cx="209215" cy="20921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65176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2670048" y="201168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messages with checksum and write them</a:t>
            </a:r>
            <a:endParaRPr lang="en-US" sz="1050" dirty="0"/>
          </a:p>
        </p:txBody>
      </p:sp>
      <p:pic>
        <p:nvPicPr>
          <p:cNvPr id="17" name="Image 4" descr="fl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1783080"/>
            <a:ext cx="219456" cy="219456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663440" y="105156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376672" y="1170432"/>
            <a:ext cx="402336" cy="402336"/>
          </a:xfrm>
          <a:prstGeom prst="ellipse">
            <a:avLst/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pic>
        <p:nvPicPr>
          <p:cNvPr id="20" name="Image 5" descr="FaMemor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3233" y="1266993"/>
            <a:ext cx="209215" cy="20921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75488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4773168" y="201168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buffer, head, tail, stats, receive table</a:t>
            </a:r>
            <a:endParaRPr lang="en-US" sz="1050" dirty="0"/>
          </a:p>
        </p:txBody>
      </p:sp>
      <p:pic>
        <p:nvPicPr>
          <p:cNvPr id="23" name="Image 6" descr="fl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1783080"/>
            <a:ext cx="219456" cy="219456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766560" y="105156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7479792" y="1170432"/>
            <a:ext cx="402336" cy="402336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26" name="Image 7" descr="FaUser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6353" y="1266993"/>
            <a:ext cx="209215" cy="20921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85800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300" dirty="0"/>
          </a:p>
        </p:txBody>
      </p:sp>
      <p:sp>
        <p:nvSpPr>
          <p:cNvPr id="28" name="Text 18"/>
          <p:cNvSpPr txBox="1"/>
          <p:nvPr/>
        </p:nvSpPr>
        <p:spPr>
          <a:xfrm>
            <a:off x="6876288" y="201168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messages, verify checksum, record receipt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3108960" y="31546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3246120" y="3429000"/>
            <a:ext cx="365760" cy="36576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31" name="Image 8" descr="FaLo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902" y="3516782"/>
            <a:ext cx="190195" cy="19019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374904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+ Semaphores</a:t>
            </a:r>
            <a:endParaRPr lang="en-US" sz="1300" dirty="0"/>
          </a:p>
        </p:txBody>
      </p:sp>
      <p:sp>
        <p:nvSpPr>
          <p:cNvPr id="33" name="Text 22"/>
          <p:cNvSpPr txBox="1"/>
          <p:nvPr/>
        </p:nvSpPr>
        <p:spPr>
          <a:xfrm>
            <a:off x="374904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head/tail and block on full or empty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4572000" y="2788920"/>
            <a:ext cx="0" cy="365760"/>
          </a:xfrm>
          <a:prstGeom prst="line">
            <a:avLst/>
          </a:prstGeom>
          <a:noFill/>
          <a:ln w="19050">
            <a:solidFill>
              <a:srgbClr val="5B7580"/>
            </a:solidFill>
            <a:prstDash val="dash"/>
          </a:ln>
        </p:spPr>
      </p:sp>
      <p:sp>
        <p:nvSpPr>
          <p:cNvPr id="35" name="Text 24"/>
          <p:cNvSpPr txBox="1"/>
          <p:nvPr/>
        </p:nvSpPr>
        <p:spPr>
          <a:xfrm>
            <a:off x="457200" y="4297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creates the shared segment; producers and consumers attach to it and exchange messages.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Methodology</a:t>
            </a:r>
            <a:endParaRPr lang="en-US" sz="2400" dirty="0"/>
          </a:p>
        </p:txBody>
      </p:sp>
      <p:pic>
        <p:nvPicPr>
          <p:cNvPr id="3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82880"/>
            <a:ext cx="86868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Based Data Exchange System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143000"/>
            <a:ext cx="347472" cy="347472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segment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901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shm_open, ftruncate and mmap create the region.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60320" y="10058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97480" y="1143000"/>
            <a:ext cx="347472" cy="347472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9748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69748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697480" y="1901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mutex and the empty/full semaphores.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10058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00600" y="1143000"/>
            <a:ext cx="347472" cy="347472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0060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workers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1901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and producers are started with fork().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766560" y="10058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03720" y="1143000"/>
            <a:ext cx="347472" cy="347472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0372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90372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message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1901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waits for a free slot, then stores data.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278892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2926080"/>
            <a:ext cx="347472" cy="347472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94360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message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94360" y="3685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waits for data, reads and checks it.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560320" y="278892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697480" y="2926080"/>
            <a:ext cx="347472" cy="347472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69748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2697480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2697480" y="3685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poison message per consumer ends the run.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663440" y="278892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800600" y="2926080"/>
            <a:ext cx="347472" cy="347472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80060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4800600" y="3355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4800600" y="3685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lost, duplicate and bad messages; unlink.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766560" y="278892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903720" y="2926080"/>
            <a:ext cx="365760" cy="36576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43" name="Image 1" descr="FaSync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502" y="3013862"/>
            <a:ext cx="190195" cy="190195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6903720" y="34290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and 5 repeat until all messages are exchanged.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 Concepts Used</a:t>
            </a:r>
            <a:endParaRPr lang="en-US" sz="2400" dirty="0"/>
          </a:p>
        </p:txBody>
      </p:sp>
      <p:pic>
        <p:nvPicPr>
          <p:cNvPr id="3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82880"/>
            <a:ext cx="86868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Based Data Exchange System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1430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shm_open() / mmap()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93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maps the common region.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100584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1430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8328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 / waitpid()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1993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workers and waits for them.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35040" y="100584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72200" y="11430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sem_wait() / sem_post()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1993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on full or empty buffer.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27889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" y="292608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pthread_mutex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7764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Process-shared robust mutex.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246120" y="27889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383280" y="292608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3832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ring buffer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4290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buffer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429000" y="37764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Producer-consumer problem solution.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035040" y="27889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172200" y="292608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1722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shm_unlink()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21792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cleanup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217920" y="37764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segment at exit.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and Modules</a:t>
            </a:r>
            <a:endParaRPr lang="en-US" sz="2400" dirty="0"/>
          </a:p>
        </p:txBody>
      </p:sp>
      <p:pic>
        <p:nvPicPr>
          <p:cNvPr id="3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82880"/>
            <a:ext cx="86868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Based Data Exchange System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9" name="Image 1" descr="FaMem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Manager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210312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/ map / init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60604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segment with shm_open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Initializes mutex and semaphores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message and buffer structures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Unlinks the segment at the end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46120" y="100584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429000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429000" y="1463040"/>
            <a:ext cx="457200" cy="45720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17" name="Image 2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57276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7764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and Consumers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429000" y="210312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42900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put() / get()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3429000" y="260604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add checksummed messages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read and validate them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guards head and tail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message stops consumers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035040" y="100584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217920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25" name="Image 3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57276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76656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Report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217920" y="210312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21792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results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6217920" y="260604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each (producer, seq) receipt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lost and duplicate messages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bad checksums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PASS or FAIL result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Results</a:t>
            </a:r>
            <a:endParaRPr lang="en-US" sz="2400" dirty="0"/>
          </a:p>
        </p:txBody>
      </p:sp>
      <p:pic>
        <p:nvPicPr>
          <p:cNvPr id="3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82880"/>
            <a:ext cx="86868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Based Data Exchange System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producers, 3 consumers, 20,000 messages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PASS: 0 lost, 0 duplicated, 0 bad checksums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producers, 6 consumers, 160,000 messages, 16 slots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PASS: 0 lost, 0 duplicated, 0 bad checksums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buffer (full/empty stress)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Producers and consumers block and resume correctly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Poison message shutdown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consumers exit cleanly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Unsafe mode (mutex removed)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FAIL: 84,989 lost, 30,550 duplicated of 120,000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0B1D26"/>
          </a:solidFill>
          <a:ln w="12700">
            <a:solidFill>
              <a:srgbClr val="0B1D2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9" name="Image 1" descr="Fa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" y="4111142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97280" y="38404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result: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synchronization every message was delivered exactly once; without the mutex, messages were lost and duplicated.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Advantages, Limitations and Future Scope</a:t>
            </a:r>
            <a:endParaRPr lang="en-US" sz="2400" dirty="0"/>
          </a:p>
        </p:txBody>
      </p:sp>
      <p:pic>
        <p:nvPicPr>
          <p:cNvPr id="3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82880"/>
            <a:ext cx="86868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Based Data Exchange System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8" name="Image 1" descr="FaThumbs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2984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188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92024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IPC, no kernel copy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delivery verified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producers and consumers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from a crashed lock holder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core OS concepts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46120" y="100584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29000" y="11887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2" descr="FaExclamation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29844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23360" y="1188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429000" y="192024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 single machine only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messages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careful synchronization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demo, not a production system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035040" y="100584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17920" y="118872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3" descr="FaRock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29844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12280" y="1188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217920" y="192024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Lock-free ring buffer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Variable-size messages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channels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dashboard for monitoring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pic>
        <p:nvPicPr>
          <p:cNvPr id="3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"/>
            <a:ext cx="1097280" cy="4663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234440"/>
            <a:ext cx="329184" cy="329184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5" name="Image 1" descr="Fa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" y="1313444"/>
            <a:ext cx="171176" cy="17117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51560" y="12070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gives fast data exchange between multiple processes.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1801368"/>
            <a:ext cx="329184" cy="329184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8" name="Image 2" descr="Fa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1880372"/>
            <a:ext cx="171176" cy="1711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51560" y="177393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 mutex and semaphores keep the shared data consistent.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48640" y="2368296"/>
            <a:ext cx="329184" cy="329184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11" name="Image 3" descr="FaCheck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44" y="2447300"/>
            <a:ext cx="171176" cy="17117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51560" y="2340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Checksums and a receive table prove exactly-once delivery.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548640" y="2935224"/>
            <a:ext cx="329184" cy="329184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14" name="Image 4" descr="FaCheck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44" y="3014228"/>
            <a:ext cx="171176" cy="17117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51560" y="290779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unsafe run shows why synchronization is essential.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548640" y="3502152"/>
            <a:ext cx="329184" cy="329184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pic>
        <p:nvPicPr>
          <p:cNvPr id="17" name="Image 5" descr="FaCheckCirc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44" y="3581156"/>
            <a:ext cx="171176" cy="17117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051560" y="34747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key Operating Systems concepts to a practical problem.</a:t>
            </a: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548640" y="4206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A3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Memory Based Data Exchange System</dc:title>
  <dc:subject>PptxGenJS Presentation</dc:subject>
  <dc:creator>PptxGenJS</dc:creator>
  <cp:lastModifiedBy>PptxGenJS</cp:lastModifiedBy>
  <cp:revision>1</cp:revision>
  <dcterms:created xsi:type="dcterms:W3CDTF">2026-10-17T05:17:56Z</dcterms:created>
  <dcterms:modified xsi:type="dcterms:W3CDTF">2026-10-17T05:17:56Z</dcterms:modified>
</cp:coreProperties>
</file>